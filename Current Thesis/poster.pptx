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6203613" cy="32397700"/>
  <p:notesSz cx="6797675" cy="992822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4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4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4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4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4760">
          <p15:clr>
            <a:srgbClr val="A4A3A4"/>
          </p15:clr>
        </p15:guide>
        <p15:guide id="2" orient="horz" pos="19877">
          <p15:clr>
            <a:srgbClr val="A4A3A4"/>
          </p15:clr>
        </p15:guide>
        <p15:guide id="3" orient="horz" pos="2114">
          <p15:clr>
            <a:srgbClr val="A4A3A4"/>
          </p15:clr>
        </p15:guide>
        <p15:guide id="4" pos="51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5A99DE"/>
    <a:srgbClr val="0066FF"/>
    <a:srgbClr val="00FFFF"/>
    <a:srgbClr val="6F6FFD"/>
    <a:srgbClr val="2403ED"/>
    <a:srgbClr val="0000CC"/>
    <a:srgbClr val="800000"/>
    <a:srgbClr val="A50021"/>
    <a:srgbClr val="00FF00"/>
    <a:srgbClr val="C0C0C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 horzBarState="maximized"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-1302" y="6936"/>
      </p:cViewPr>
      <p:guideLst>
        <p:guide orient="horz" pos="4760"/>
        <p:guide orient="horz" pos="19877"/>
        <p:guide orient="horz" pos="2114"/>
        <p:guide pos="51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60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857" tIns="47928" rIns="95857" bIns="47928" numCol="1" anchor="t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09" y="0"/>
            <a:ext cx="2945660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857" tIns="47928" rIns="95857" bIns="47928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470150" y="744538"/>
            <a:ext cx="185896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6760"/>
            <a:ext cx="5438140" cy="446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857" tIns="47928" rIns="95857" bIns="479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108"/>
            <a:ext cx="2945660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857" tIns="47928" rIns="95857" bIns="47928" numCol="1" anchor="b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09" y="9430108"/>
            <a:ext cx="2945660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857" tIns="47928" rIns="95857" bIns="47928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A3B4BE90-CE7A-4BA4-A1BA-7D4EC45E2D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9755745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78834" indent="-299552" algn="l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198207" indent="-239641" algn="l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77490" indent="-239641" algn="l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56772" indent="-239641" algn="l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36055" indent="-239641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15338" indent="-239641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594621" indent="-239641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073903" indent="-239641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744054C-6900-4FB9-9ADD-D553D6AB1110}" type="slidenum">
              <a:rPr lang="en-US" altLang="en-US" smtClean="0"/>
              <a:pPr algn="r"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710136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6025" y="10064750"/>
            <a:ext cx="13771563" cy="69437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0463" y="18359438"/>
            <a:ext cx="11342687" cy="82788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743953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296988"/>
            <a:ext cx="14584363" cy="5400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625" y="7559675"/>
            <a:ext cx="14584363" cy="213804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4233991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9525" y="20818475"/>
            <a:ext cx="13773150" cy="6434138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9525" y="13731875"/>
            <a:ext cx="13773150" cy="7086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2006315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296988"/>
            <a:ext cx="14584363" cy="5400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625" y="7559675"/>
            <a:ext cx="7215188" cy="2138045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77213" y="7559675"/>
            <a:ext cx="7216775" cy="2138045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1129662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296988"/>
            <a:ext cx="14584363" cy="540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625" y="7251700"/>
            <a:ext cx="7159625" cy="3022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9625" y="10274300"/>
            <a:ext cx="7159625" cy="186658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31188" y="7251700"/>
            <a:ext cx="7162800" cy="3022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31188" y="10274300"/>
            <a:ext cx="7162800" cy="186658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395134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296988"/>
            <a:ext cx="14584363" cy="5400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009272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03720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290638"/>
            <a:ext cx="5330825" cy="5489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5713" y="1290638"/>
            <a:ext cx="9058275" cy="2764948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9625" y="6780213"/>
            <a:ext cx="5330825" cy="22159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1133667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6588" y="22679025"/>
            <a:ext cx="9721850" cy="267652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176588" y="2894013"/>
            <a:ext cx="9721850" cy="1943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76588" y="25355550"/>
            <a:ext cx="9721850" cy="3802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738157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296988"/>
            <a:ext cx="14584363" cy="5400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9625" y="7559675"/>
            <a:ext cx="14584363" cy="213804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3531476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49088" y="1296988"/>
            <a:ext cx="3644900" cy="2764313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9625" y="1296988"/>
            <a:ext cx="10787063" cy="2764313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318867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postersession.com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4"/>
          <p:cNvGraphicFramePr>
            <a:graphicFrameLocks noChangeAspect="1"/>
          </p:cNvGraphicFramePr>
          <p:nvPr userDrawn="1"/>
        </p:nvGraphicFramePr>
        <p:xfrm>
          <a:off x="10836275" y="31940500"/>
          <a:ext cx="4859338" cy="184150"/>
        </p:xfrm>
        <a:graphic>
          <a:graphicData uri="http://schemas.openxmlformats.org/presentationml/2006/ole">
            <p:oleObj spid="_x0000_s1074" name="CorelDRAW" r:id="rId14" imgW="8833104" imgH="310896" progId="">
              <p:embed/>
            </p:oleObj>
          </a:graphicData>
        </a:graphic>
      </p:graphicFrame>
      <p:sp>
        <p:nvSpPr>
          <p:cNvPr id="1039" name="Text Box 15"/>
          <p:cNvSpPr txBox="1">
            <a:spLocks noChangeArrowheads="1"/>
          </p:cNvSpPr>
          <p:nvPr userDrawn="1"/>
        </p:nvSpPr>
        <p:spPr bwMode="auto">
          <a:xfrm>
            <a:off x="13852525" y="32132588"/>
            <a:ext cx="458788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25082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25082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25082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25082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2508250">
              <a:defRPr>
                <a:solidFill>
                  <a:schemeClr val="tx1"/>
                </a:solidFill>
                <a:latin typeface="Arial" charset="0"/>
              </a:defRPr>
            </a:lvl5pPr>
            <a:lvl6pPr defTabSz="25082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25082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25082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25082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en-US" sz="200">
                <a:hlinkClick r:id="rId15"/>
              </a:rPr>
              <a:t>www.postersession.com</a:t>
            </a:r>
            <a:endParaRPr lang="en-US" altLang="en-US" sz="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508250" rtl="0" eaLnBrk="0" fontAlgn="base" hangingPunct="0">
        <a:spcBef>
          <a:spcPct val="0"/>
        </a:spcBef>
        <a:spcAft>
          <a:spcPct val="0"/>
        </a:spcAft>
        <a:defRPr sz="12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2508250" rtl="0" eaLnBrk="0" fontAlgn="base" hangingPunct="0">
        <a:spcBef>
          <a:spcPct val="0"/>
        </a:spcBef>
        <a:spcAft>
          <a:spcPct val="0"/>
        </a:spcAft>
        <a:defRPr sz="12100">
          <a:solidFill>
            <a:schemeClr val="tx2"/>
          </a:solidFill>
          <a:latin typeface="Arial" charset="0"/>
        </a:defRPr>
      </a:lvl2pPr>
      <a:lvl3pPr algn="ctr" defTabSz="2508250" rtl="0" eaLnBrk="0" fontAlgn="base" hangingPunct="0">
        <a:spcBef>
          <a:spcPct val="0"/>
        </a:spcBef>
        <a:spcAft>
          <a:spcPct val="0"/>
        </a:spcAft>
        <a:defRPr sz="12100">
          <a:solidFill>
            <a:schemeClr val="tx2"/>
          </a:solidFill>
          <a:latin typeface="Arial" charset="0"/>
        </a:defRPr>
      </a:lvl3pPr>
      <a:lvl4pPr algn="ctr" defTabSz="2508250" rtl="0" eaLnBrk="0" fontAlgn="base" hangingPunct="0">
        <a:spcBef>
          <a:spcPct val="0"/>
        </a:spcBef>
        <a:spcAft>
          <a:spcPct val="0"/>
        </a:spcAft>
        <a:defRPr sz="12100">
          <a:solidFill>
            <a:schemeClr val="tx2"/>
          </a:solidFill>
          <a:latin typeface="Arial" charset="0"/>
        </a:defRPr>
      </a:lvl4pPr>
      <a:lvl5pPr algn="ctr" defTabSz="2508250" rtl="0" eaLnBrk="0" fontAlgn="base" hangingPunct="0">
        <a:spcBef>
          <a:spcPct val="0"/>
        </a:spcBef>
        <a:spcAft>
          <a:spcPct val="0"/>
        </a:spcAft>
        <a:defRPr sz="12100">
          <a:solidFill>
            <a:schemeClr val="tx2"/>
          </a:solidFill>
          <a:latin typeface="Arial" charset="0"/>
        </a:defRPr>
      </a:lvl5pPr>
      <a:lvl6pPr marL="457200" algn="ctr" defTabSz="2508250" rtl="0" fontAlgn="base">
        <a:spcBef>
          <a:spcPct val="0"/>
        </a:spcBef>
        <a:spcAft>
          <a:spcPct val="0"/>
        </a:spcAft>
        <a:defRPr sz="12100">
          <a:solidFill>
            <a:schemeClr val="tx2"/>
          </a:solidFill>
          <a:latin typeface="Arial" charset="0"/>
        </a:defRPr>
      </a:lvl6pPr>
      <a:lvl7pPr marL="914400" algn="ctr" defTabSz="2508250" rtl="0" fontAlgn="base">
        <a:spcBef>
          <a:spcPct val="0"/>
        </a:spcBef>
        <a:spcAft>
          <a:spcPct val="0"/>
        </a:spcAft>
        <a:defRPr sz="12100">
          <a:solidFill>
            <a:schemeClr val="tx2"/>
          </a:solidFill>
          <a:latin typeface="Arial" charset="0"/>
        </a:defRPr>
      </a:lvl7pPr>
      <a:lvl8pPr marL="1371600" algn="ctr" defTabSz="2508250" rtl="0" fontAlgn="base">
        <a:spcBef>
          <a:spcPct val="0"/>
        </a:spcBef>
        <a:spcAft>
          <a:spcPct val="0"/>
        </a:spcAft>
        <a:defRPr sz="12100">
          <a:solidFill>
            <a:schemeClr val="tx2"/>
          </a:solidFill>
          <a:latin typeface="Arial" charset="0"/>
        </a:defRPr>
      </a:lvl8pPr>
      <a:lvl9pPr marL="1828800" algn="ctr" defTabSz="2508250" rtl="0" fontAlgn="base">
        <a:spcBef>
          <a:spcPct val="0"/>
        </a:spcBef>
        <a:spcAft>
          <a:spcPct val="0"/>
        </a:spcAft>
        <a:defRPr sz="12100">
          <a:solidFill>
            <a:schemeClr val="tx2"/>
          </a:solidFill>
          <a:latin typeface="Arial" charset="0"/>
        </a:defRPr>
      </a:lvl9pPr>
    </p:titleStyle>
    <p:bodyStyle>
      <a:lvl1pPr marL="941388" indent="-941388" algn="l" defTabSz="2508250" rtl="0" eaLnBrk="0" fontAlgn="base" hangingPunct="0">
        <a:spcBef>
          <a:spcPct val="20000"/>
        </a:spcBef>
        <a:spcAft>
          <a:spcPct val="0"/>
        </a:spcAft>
        <a:buChar char="•"/>
        <a:defRPr sz="8800">
          <a:solidFill>
            <a:schemeClr val="tx1"/>
          </a:solidFill>
          <a:latin typeface="+mn-lt"/>
          <a:ea typeface="+mn-ea"/>
          <a:cs typeface="+mn-cs"/>
        </a:defRPr>
      </a:lvl1pPr>
      <a:lvl2pPr marL="2036763" indent="-782638" algn="l" defTabSz="2508250" rtl="0" eaLnBrk="0" fontAlgn="base" hangingPunct="0">
        <a:spcBef>
          <a:spcPct val="20000"/>
        </a:spcBef>
        <a:spcAft>
          <a:spcPct val="0"/>
        </a:spcAft>
        <a:buChar char="–"/>
        <a:defRPr sz="7700">
          <a:solidFill>
            <a:schemeClr val="tx1"/>
          </a:solidFill>
          <a:latin typeface="+mn-lt"/>
        </a:defRPr>
      </a:lvl2pPr>
      <a:lvl3pPr marL="3135313" indent="-627063" algn="l" defTabSz="2508250" rtl="0" eaLnBrk="0" fontAlgn="base" hangingPunct="0">
        <a:spcBef>
          <a:spcPct val="20000"/>
        </a:spcBef>
        <a:spcAft>
          <a:spcPct val="0"/>
        </a:spcAft>
        <a:buChar char="•"/>
        <a:defRPr sz="6600">
          <a:solidFill>
            <a:schemeClr val="tx1"/>
          </a:solidFill>
          <a:latin typeface="+mn-lt"/>
        </a:defRPr>
      </a:lvl3pPr>
      <a:lvl4pPr marL="4387850" indent="-625475" algn="l" defTabSz="2508250" rtl="0" eaLnBrk="0" fontAlgn="base" hangingPunct="0">
        <a:spcBef>
          <a:spcPct val="20000"/>
        </a:spcBef>
        <a:spcAft>
          <a:spcPct val="0"/>
        </a:spcAft>
        <a:buChar char="–"/>
        <a:defRPr sz="5500">
          <a:solidFill>
            <a:schemeClr val="tx1"/>
          </a:solidFill>
          <a:latin typeface="+mn-lt"/>
        </a:defRPr>
      </a:lvl4pPr>
      <a:lvl5pPr marL="5643563" indent="-627063" algn="l" defTabSz="2508250" rtl="0" eaLnBrk="0" fontAlgn="base" hangingPunct="0">
        <a:spcBef>
          <a:spcPct val="20000"/>
        </a:spcBef>
        <a:spcAft>
          <a:spcPct val="0"/>
        </a:spcAft>
        <a:buChar char="»"/>
        <a:defRPr sz="5500">
          <a:solidFill>
            <a:schemeClr val="tx1"/>
          </a:solidFill>
          <a:latin typeface="+mn-lt"/>
        </a:defRPr>
      </a:lvl5pPr>
      <a:lvl6pPr marL="6100763" indent="-627063" algn="l" defTabSz="2508250" rtl="0" fontAlgn="base">
        <a:spcBef>
          <a:spcPct val="20000"/>
        </a:spcBef>
        <a:spcAft>
          <a:spcPct val="0"/>
        </a:spcAft>
        <a:buChar char="»"/>
        <a:defRPr sz="5500">
          <a:solidFill>
            <a:schemeClr val="tx1"/>
          </a:solidFill>
          <a:latin typeface="+mn-lt"/>
        </a:defRPr>
      </a:lvl6pPr>
      <a:lvl7pPr marL="6557963" indent="-627063" algn="l" defTabSz="2508250" rtl="0" fontAlgn="base">
        <a:spcBef>
          <a:spcPct val="20000"/>
        </a:spcBef>
        <a:spcAft>
          <a:spcPct val="0"/>
        </a:spcAft>
        <a:buChar char="»"/>
        <a:defRPr sz="5500">
          <a:solidFill>
            <a:schemeClr val="tx1"/>
          </a:solidFill>
          <a:latin typeface="+mn-lt"/>
        </a:defRPr>
      </a:lvl7pPr>
      <a:lvl8pPr marL="7015163" indent="-627063" algn="l" defTabSz="2508250" rtl="0" fontAlgn="base">
        <a:spcBef>
          <a:spcPct val="20000"/>
        </a:spcBef>
        <a:spcAft>
          <a:spcPct val="0"/>
        </a:spcAft>
        <a:buChar char="»"/>
        <a:defRPr sz="5500">
          <a:solidFill>
            <a:schemeClr val="tx1"/>
          </a:solidFill>
          <a:latin typeface="+mn-lt"/>
        </a:defRPr>
      </a:lvl8pPr>
      <a:lvl9pPr marL="7472363" indent="-627063" algn="l" defTabSz="2508250" rtl="0" fontAlgn="base">
        <a:spcBef>
          <a:spcPct val="20000"/>
        </a:spcBef>
        <a:spcAft>
          <a:spcPct val="0"/>
        </a:spcAft>
        <a:buChar char="»"/>
        <a:defRPr sz="5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66FF"/>
            </a:gs>
            <a:gs pos="50000">
              <a:srgbClr val="5A99DE"/>
            </a:gs>
            <a:gs pos="100000">
              <a:srgbClr val="00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55"/>
          <p:cNvSpPr>
            <a:spLocks noChangeArrowheads="1"/>
          </p:cNvSpPr>
          <p:nvPr/>
        </p:nvSpPr>
        <p:spPr bwMode="auto">
          <a:xfrm>
            <a:off x="8237538" y="18564225"/>
            <a:ext cx="7623175" cy="13241338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51" name="AutoShape 56"/>
          <p:cNvSpPr>
            <a:spLocks noChangeArrowheads="1"/>
          </p:cNvSpPr>
          <p:nvPr/>
        </p:nvSpPr>
        <p:spPr bwMode="auto">
          <a:xfrm>
            <a:off x="8261350" y="5829576"/>
            <a:ext cx="7623175" cy="12415562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52" name="AutoShape 54"/>
          <p:cNvSpPr>
            <a:spLocks noChangeArrowheads="1"/>
          </p:cNvSpPr>
          <p:nvPr/>
        </p:nvSpPr>
        <p:spPr bwMode="auto">
          <a:xfrm>
            <a:off x="252413" y="12250166"/>
            <a:ext cx="7623175" cy="13241337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53" name="AutoShape 4"/>
          <p:cNvSpPr>
            <a:spLocks noChangeArrowheads="1"/>
          </p:cNvSpPr>
          <p:nvPr/>
        </p:nvSpPr>
        <p:spPr bwMode="auto">
          <a:xfrm>
            <a:off x="249714" y="5832913"/>
            <a:ext cx="7623175" cy="6248124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2054" name="Text Box 9"/>
          <p:cNvSpPr txBox="1">
            <a:spLocks noChangeArrowheads="1"/>
          </p:cNvSpPr>
          <p:nvPr/>
        </p:nvSpPr>
        <p:spPr bwMode="auto">
          <a:xfrm>
            <a:off x="506074" y="6708146"/>
            <a:ext cx="7215526" cy="5315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2249" tIns="26124" rIns="52249" bIns="26124">
            <a:spAutoFit/>
          </a:bodyPr>
          <a:lstStyle>
            <a:lvl1pPr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lnSpc>
                <a:spcPct val="95000"/>
              </a:lnSpc>
            </a:pPr>
            <a:r>
              <a:rPr lang="en-US" altLang="en-US" sz="2400" b="1" dirty="0" smtClean="0">
                <a:latin typeface="+mn-lt"/>
              </a:rPr>
              <a:t>     </a:t>
            </a:r>
            <a:endParaRPr lang="en-US" altLang="en-US" sz="2400" b="1" dirty="0" smtClean="0">
              <a:latin typeface="+mn-lt"/>
            </a:endParaRPr>
          </a:p>
          <a:p>
            <a:pPr algn="just">
              <a:lnSpc>
                <a:spcPct val="95000"/>
              </a:lnSpc>
            </a:pPr>
            <a:r>
              <a:rPr lang="en-US" altLang="en-US" sz="2400" b="1" dirty="0" smtClean="0"/>
              <a:t>Font 24 Arial</a:t>
            </a:r>
          </a:p>
          <a:p>
            <a:pPr algn="just">
              <a:lnSpc>
                <a:spcPct val="95000"/>
              </a:lnSpc>
            </a:pPr>
            <a:endParaRPr lang="en-US" altLang="en-US" sz="2400" b="1" dirty="0" smtClean="0">
              <a:latin typeface="+mn-lt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 smtClean="0">
              <a:latin typeface="+mn-lt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 smtClean="0">
              <a:latin typeface="+mn-lt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 smtClean="0">
              <a:latin typeface="+mn-lt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 smtClean="0">
              <a:latin typeface="+mn-lt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 smtClean="0">
              <a:latin typeface="+mn-lt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 smtClean="0">
              <a:latin typeface="+mn-lt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 smtClean="0">
              <a:latin typeface="+mn-lt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 smtClean="0">
              <a:latin typeface="+mn-lt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 smtClean="0">
              <a:latin typeface="+mn-lt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 smtClean="0">
              <a:latin typeface="+mn-lt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 smtClean="0">
              <a:latin typeface="+mn-lt"/>
            </a:endParaRPr>
          </a:p>
          <a:p>
            <a:pPr algn="just">
              <a:lnSpc>
                <a:spcPct val="95000"/>
              </a:lnSpc>
            </a:pPr>
            <a:r>
              <a:rPr lang="en-US" altLang="en-US" sz="2400" b="1" dirty="0" smtClean="0"/>
              <a:t>POSTER SIZE 200X100 cm</a:t>
            </a: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2055" name="Text Box 10"/>
          <p:cNvSpPr txBox="1">
            <a:spLocks noChangeArrowheads="1"/>
          </p:cNvSpPr>
          <p:nvPr/>
        </p:nvSpPr>
        <p:spPr bwMode="auto">
          <a:xfrm>
            <a:off x="1797844" y="12516979"/>
            <a:ext cx="3629025" cy="606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2249" tIns="26124" rIns="52249" bIns="26124">
            <a:spAutoFit/>
          </a:bodyPr>
          <a:lstStyle>
            <a:lvl1pPr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600" b="1" dirty="0">
                <a:solidFill>
                  <a:srgbClr val="0000CC"/>
                </a:solidFill>
              </a:rPr>
              <a:t>METHODS</a:t>
            </a:r>
          </a:p>
        </p:txBody>
      </p:sp>
      <p:sp>
        <p:nvSpPr>
          <p:cNvPr id="2056" name="Text Box 11"/>
          <p:cNvSpPr txBox="1">
            <a:spLocks noChangeArrowheads="1"/>
          </p:cNvSpPr>
          <p:nvPr/>
        </p:nvSpPr>
        <p:spPr bwMode="auto">
          <a:xfrm>
            <a:off x="9823450" y="18656300"/>
            <a:ext cx="4286250" cy="606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2249" tIns="26124" rIns="52249" bIns="26124">
            <a:spAutoFit/>
          </a:bodyPr>
          <a:lstStyle>
            <a:lvl1pPr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600" b="1" dirty="0">
                <a:solidFill>
                  <a:srgbClr val="0000CC"/>
                </a:solidFill>
              </a:rPr>
              <a:t>CONCLUSIONS</a:t>
            </a:r>
          </a:p>
        </p:txBody>
      </p:sp>
      <p:sp>
        <p:nvSpPr>
          <p:cNvPr id="2057" name="AutoShape 13"/>
          <p:cNvSpPr>
            <a:spLocks noChangeArrowheads="1"/>
          </p:cNvSpPr>
          <p:nvPr/>
        </p:nvSpPr>
        <p:spPr bwMode="auto">
          <a:xfrm>
            <a:off x="252413" y="457200"/>
            <a:ext cx="15698787" cy="5076358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2249" tIns="26124" rIns="52249" bIns="26124" anchor="ctr"/>
          <a:lstStyle>
            <a:lvl1pPr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2058" name="Text Box 14"/>
          <p:cNvSpPr txBox="1">
            <a:spLocks noChangeArrowheads="1"/>
          </p:cNvSpPr>
          <p:nvPr/>
        </p:nvSpPr>
        <p:spPr bwMode="auto">
          <a:xfrm>
            <a:off x="962024" y="665983"/>
            <a:ext cx="13858875" cy="4176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2249" tIns="26124" rIns="52249" bIns="26124">
            <a:spAutoFit/>
          </a:bodyPr>
          <a:lstStyle>
            <a:lvl1pPr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defTabSz="914400" eaLnBrk="1" hangingPunct="1">
              <a:spcBef>
                <a:spcPts val="0"/>
              </a:spcBef>
            </a:pPr>
            <a:r>
              <a:rPr lang="en-US" altLang="en-US" sz="2400" b="1" dirty="0">
                <a:solidFill>
                  <a:srgbClr val="000000"/>
                </a:solidFill>
              </a:rPr>
              <a:t>COLLEGE OF ENGINEERING AND TECHNOLOGY, CAIRO</a:t>
            </a:r>
          </a:p>
          <a:p>
            <a:pPr lvl="0" defTabSz="914400" eaLnBrk="1" hangingPunct="1">
              <a:spcBef>
                <a:spcPts val="0"/>
              </a:spcBef>
            </a:pPr>
            <a:r>
              <a:rPr lang="en-US" altLang="en-US" sz="2400" b="1" dirty="0">
                <a:solidFill>
                  <a:srgbClr val="000000"/>
                </a:solidFill>
              </a:rPr>
              <a:t>COMPUTER ENGINEERING DEPARTMENT</a:t>
            </a:r>
          </a:p>
          <a:p>
            <a:pPr lvl="0" defTabSz="914400" eaLnBrk="1" hangingPunct="1">
              <a:spcBef>
                <a:spcPts val="0"/>
              </a:spcBef>
            </a:pPr>
            <a:r>
              <a:rPr lang="en-US" altLang="en-US" sz="2400" b="1" u="sng" dirty="0" smtClean="0">
                <a:solidFill>
                  <a:srgbClr val="800000"/>
                </a:solidFill>
              </a:rPr>
              <a:t>Second 2023-2024</a:t>
            </a:r>
            <a:endParaRPr lang="en-US" altLang="en-US" sz="2400" b="1" u="sng" dirty="0">
              <a:solidFill>
                <a:srgbClr val="800000"/>
              </a:solidFill>
            </a:endParaRPr>
          </a:p>
          <a:p>
            <a:pPr lvl="0" defTabSz="914400" eaLnBrk="1" hangingPunct="1">
              <a:spcBef>
                <a:spcPts val="0"/>
              </a:spcBef>
            </a:pPr>
            <a:endParaRPr lang="en-US" altLang="en-US" sz="1600" b="1" u="sng" dirty="0">
              <a:solidFill>
                <a:srgbClr val="80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3600" b="1" dirty="0" smtClean="0">
                <a:solidFill>
                  <a:srgbClr val="0000CC"/>
                </a:solidFill>
              </a:rPr>
              <a:t>Project Title</a:t>
            </a:r>
            <a:endParaRPr lang="en-US" altLang="en-US" sz="1600" b="1" dirty="0">
              <a:solidFill>
                <a:srgbClr val="0000CC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400" b="1" u="sng" dirty="0">
                <a:solidFill>
                  <a:srgbClr val="800000"/>
                </a:solidFill>
              </a:rPr>
              <a:t>Presented by: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b="1" dirty="0" smtClean="0">
              <a:solidFill>
                <a:srgbClr val="80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400" b="1" dirty="0" smtClean="0">
                <a:solidFill>
                  <a:srgbClr val="800000"/>
                </a:solidFill>
              </a:rPr>
              <a:t> </a:t>
            </a:r>
            <a:endParaRPr lang="en-US" altLang="en-US" sz="1600" b="1" dirty="0">
              <a:solidFill>
                <a:srgbClr val="A50021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400" b="1" u="sng" dirty="0"/>
              <a:t>Supervised by</a:t>
            </a:r>
            <a:r>
              <a:rPr lang="en-US" altLang="en-US" sz="2400" b="1" u="sng" dirty="0" smtClean="0"/>
              <a:t>: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b="1" u="sng" dirty="0" smtClean="0"/>
          </a:p>
          <a:p>
            <a:pPr eaLnBrk="1" hangingPunct="1">
              <a:spcBef>
                <a:spcPts val="0"/>
              </a:spcBef>
            </a:pPr>
            <a:endParaRPr lang="en-US" altLang="en-US" sz="2400" b="1" u="sng" dirty="0"/>
          </a:p>
        </p:txBody>
      </p:sp>
      <p:sp>
        <p:nvSpPr>
          <p:cNvPr id="2061" name="Text Box 36"/>
          <p:cNvSpPr txBox="1">
            <a:spLocks noChangeArrowheads="1"/>
          </p:cNvSpPr>
          <p:nvPr/>
        </p:nvSpPr>
        <p:spPr bwMode="auto">
          <a:xfrm>
            <a:off x="364332" y="13175925"/>
            <a:ext cx="7080250" cy="12315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4953" tIns="17476" rIns="34953" bIns="17476">
            <a:spAutoFit/>
          </a:bodyPr>
          <a:lstStyle>
            <a:lvl1pPr defTabSz="350838"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50838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50838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50838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50838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50838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50838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50838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50838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lnSpc>
                <a:spcPct val="95000"/>
              </a:lnSpc>
            </a:pPr>
            <a:r>
              <a:rPr lang="en-US" altLang="en-US" sz="2400" b="1" dirty="0"/>
              <a:t>Font 24 Arial</a:t>
            </a:r>
          </a:p>
          <a:p>
            <a:pPr algn="just">
              <a:lnSpc>
                <a:spcPct val="95000"/>
              </a:lnSpc>
            </a:pPr>
            <a:endParaRPr lang="en-US" altLang="en-US" sz="2400" b="1" dirty="0"/>
          </a:p>
          <a:p>
            <a:pPr algn="just">
              <a:lnSpc>
                <a:spcPct val="95000"/>
              </a:lnSpc>
            </a:pPr>
            <a:r>
              <a:rPr lang="en-US" altLang="en-US" sz="2400" b="1" dirty="0"/>
              <a:t> </a:t>
            </a: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2063" name="Text Box 40"/>
          <p:cNvSpPr txBox="1">
            <a:spLocks noChangeArrowheads="1"/>
          </p:cNvSpPr>
          <p:nvPr/>
        </p:nvSpPr>
        <p:spPr bwMode="auto">
          <a:xfrm>
            <a:off x="8474075" y="19323037"/>
            <a:ext cx="7150100" cy="8105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4953" tIns="17476" rIns="34953" bIns="17476">
            <a:spAutoFit/>
          </a:bodyPr>
          <a:lstStyle>
            <a:lvl1pPr defTabSz="350838"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50838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50838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50838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50838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50838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50838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50838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50838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lnSpc>
                <a:spcPct val="95000"/>
              </a:lnSpc>
            </a:pPr>
            <a:r>
              <a:rPr lang="en-US" altLang="en-US" sz="2400" b="1" dirty="0"/>
              <a:t>Font 24 Arial</a:t>
            </a:r>
          </a:p>
          <a:p>
            <a:pPr algn="just">
              <a:lnSpc>
                <a:spcPct val="95000"/>
              </a:lnSpc>
            </a:pPr>
            <a:endParaRPr lang="en-US" altLang="en-US" sz="2400" b="1" dirty="0"/>
          </a:p>
          <a:p>
            <a:pPr algn="just">
              <a:lnSpc>
                <a:spcPct val="95000"/>
              </a:lnSpc>
            </a:pPr>
            <a:r>
              <a:rPr lang="en-US" altLang="en-US" sz="2400" b="1" dirty="0"/>
              <a:t> </a:t>
            </a: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</p:txBody>
      </p:sp>
      <p:sp>
        <p:nvSpPr>
          <p:cNvPr id="2064" name="Text Box 42"/>
          <p:cNvSpPr txBox="1">
            <a:spLocks noChangeArrowheads="1"/>
          </p:cNvSpPr>
          <p:nvPr/>
        </p:nvSpPr>
        <p:spPr bwMode="auto">
          <a:xfrm>
            <a:off x="1797844" y="5965483"/>
            <a:ext cx="4564062" cy="606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2249" tIns="26124" rIns="52249" bIns="26124">
            <a:spAutoFit/>
          </a:bodyPr>
          <a:lstStyle>
            <a:lvl1pPr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600" b="1" dirty="0">
                <a:solidFill>
                  <a:srgbClr val="0000CC"/>
                </a:solidFill>
              </a:rPr>
              <a:t>INTRODUCTION</a:t>
            </a:r>
          </a:p>
        </p:txBody>
      </p:sp>
      <p:sp>
        <p:nvSpPr>
          <p:cNvPr id="2065" name="Text Box 43"/>
          <p:cNvSpPr txBox="1">
            <a:spLocks noChangeArrowheads="1"/>
          </p:cNvSpPr>
          <p:nvPr/>
        </p:nvSpPr>
        <p:spPr bwMode="auto">
          <a:xfrm>
            <a:off x="10155238" y="5929543"/>
            <a:ext cx="3629025" cy="606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2249" tIns="26124" rIns="52249" bIns="26124">
            <a:spAutoFit/>
          </a:bodyPr>
          <a:lstStyle>
            <a:lvl1pPr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600" b="1" dirty="0">
                <a:solidFill>
                  <a:srgbClr val="0000CC"/>
                </a:solidFill>
              </a:rPr>
              <a:t>RESULTS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6108" y="561098"/>
            <a:ext cx="1917542" cy="1743951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8445046" y="6594009"/>
            <a:ext cx="7272223" cy="11280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2249" tIns="26124" rIns="52249" bIns="26124">
            <a:spAutoFit/>
          </a:bodyPr>
          <a:lstStyle>
            <a:lvl1pPr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lnSpc>
                <a:spcPct val="95000"/>
              </a:lnSpc>
            </a:pPr>
            <a:r>
              <a:rPr lang="en-US" altLang="en-US" sz="2400" b="1" dirty="0"/>
              <a:t>Font 24 Arial</a:t>
            </a: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r>
              <a:rPr lang="en-US" altLang="en-US" sz="2400" b="1" dirty="0"/>
              <a:t> </a:t>
            </a: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ar-EG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just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  <a:p>
            <a:pPr algn="l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  <a:p>
            <a:pPr algn="l">
              <a:lnSpc>
                <a:spcPct val="95000"/>
              </a:lnSpc>
            </a:pPr>
            <a:endParaRPr lang="en-US" altLang="en-US" sz="2400" b="1" dirty="0">
              <a:latin typeface="Times New Roman" pitchFamily="18" charset="0"/>
            </a:endParaRPr>
          </a:p>
        </p:txBody>
      </p:sp>
      <p:sp>
        <p:nvSpPr>
          <p:cNvPr id="19" name="AutoShape 4"/>
          <p:cNvSpPr>
            <a:spLocks noChangeArrowheads="1"/>
          </p:cNvSpPr>
          <p:nvPr/>
        </p:nvSpPr>
        <p:spPr bwMode="auto">
          <a:xfrm>
            <a:off x="386556" y="25887129"/>
            <a:ext cx="7623175" cy="5994634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" name="Text Box 27"/>
          <p:cNvSpPr txBox="1">
            <a:spLocks noChangeArrowheads="1"/>
          </p:cNvSpPr>
          <p:nvPr/>
        </p:nvSpPr>
        <p:spPr bwMode="auto">
          <a:xfrm>
            <a:off x="2184400" y="26205534"/>
            <a:ext cx="30670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2249" tIns="26124" rIns="52249" bIns="26124">
            <a:spAutoFit/>
          </a:bodyPr>
          <a:lstStyle>
            <a:lvl1pPr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508250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250825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600" dirty="0">
                <a:solidFill>
                  <a:srgbClr val="0000CC"/>
                </a:solidFill>
              </a:rPr>
              <a:t>Biography</a:t>
            </a:r>
          </a:p>
        </p:txBody>
      </p:sp>
      <p:sp>
        <p:nvSpPr>
          <p:cNvPr id="21" name="Text Box 38"/>
          <p:cNvSpPr txBox="1">
            <a:spLocks noChangeArrowheads="1"/>
          </p:cNvSpPr>
          <p:nvPr/>
        </p:nvSpPr>
        <p:spPr bwMode="auto">
          <a:xfrm>
            <a:off x="419100" y="26807839"/>
            <a:ext cx="7434739" cy="161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4953" tIns="17476" rIns="34953" bIns="17476">
            <a:spAutoFit/>
          </a:bodyPr>
          <a:lstStyle>
            <a:lvl1pPr marL="195263" indent="-195263" defTabSz="350838" eaLnBrk="0" hangingPunct="0">
              <a:defRPr sz="4900">
                <a:solidFill>
                  <a:schemeClr val="tx1"/>
                </a:solidFill>
                <a:latin typeface="Arial" charset="0"/>
              </a:defRPr>
            </a:lvl1pPr>
            <a:lvl2pPr marL="371475" indent="-196850" defTabSz="350838" eaLnBrk="0" hangingPunct="0">
              <a:defRPr sz="4900">
                <a:solidFill>
                  <a:schemeClr val="tx1"/>
                </a:solidFill>
                <a:latin typeface="Arial" charset="0"/>
              </a:defRPr>
            </a:lvl2pPr>
            <a:lvl3pPr marL="546100" indent="-195263" defTabSz="350838" eaLnBrk="0" hangingPunct="0">
              <a:defRPr sz="4900">
                <a:solidFill>
                  <a:schemeClr val="tx1"/>
                </a:solidFill>
                <a:latin typeface="Arial" charset="0"/>
              </a:defRPr>
            </a:lvl3pPr>
            <a:lvl4pPr marL="719138" indent="-195263" defTabSz="350838" eaLnBrk="0" hangingPunct="0">
              <a:defRPr sz="4900">
                <a:solidFill>
                  <a:schemeClr val="tx1"/>
                </a:solidFill>
                <a:latin typeface="Arial" charset="0"/>
              </a:defRPr>
            </a:lvl4pPr>
            <a:lvl5pPr marL="893763" indent="-195263" defTabSz="350838" eaLnBrk="0" hangingPunct="0">
              <a:defRPr sz="4900">
                <a:solidFill>
                  <a:schemeClr val="tx1"/>
                </a:solidFill>
                <a:latin typeface="Arial" charset="0"/>
              </a:defRPr>
            </a:lvl5pPr>
            <a:lvl6pPr marL="1350963" indent="-195263" algn="ctr" defTabSz="350838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6pPr>
            <a:lvl7pPr marL="1808163" indent="-195263" algn="ctr" defTabSz="350838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7pPr>
            <a:lvl8pPr marL="2265363" indent="-195263" algn="ctr" defTabSz="350838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8pPr>
            <a:lvl9pPr marL="2722563" indent="-195263" algn="ctr" defTabSz="350838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lnSpc>
                <a:spcPct val="95000"/>
              </a:lnSpc>
              <a:buFont typeface="Arial" pitchFamily="34" charset="0"/>
              <a:buChar char="•"/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Your Names</a:t>
            </a:r>
          </a:p>
          <a:p>
            <a:pPr algn="just">
              <a:lnSpc>
                <a:spcPct val="95000"/>
              </a:lnSpc>
              <a:buFont typeface="Arial" pitchFamily="34" charset="0"/>
              <a:buChar char="•"/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Your emails</a:t>
            </a:r>
            <a:endParaRPr lang="en-US" alt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5000"/>
              </a:lnSpc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5000"/>
              </a:lnSpc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5000"/>
              </a:lnSpc>
            </a:pPr>
            <a:endParaRPr lang="en-US" altLang="en-US" sz="2000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3064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25082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25082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3064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51</Words>
  <Application>Microsoft Office PowerPoint</Application>
  <PresentationFormat>Custom</PresentationFormat>
  <Paragraphs>117</Paragraphs>
  <Slides>1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Default Design</vt:lpstr>
      <vt:lpstr>CorelDRAW</vt:lpstr>
      <vt:lpstr>Slide 1</vt:lpstr>
    </vt:vector>
  </TitlesOfParts>
  <Company>MegaPrint Inc.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90x180 cm vertical poster template</dc:title>
  <dc:creator>Ethan Shulda;www.postersession.com</dc:creator>
  <cp:keywords>www.postersession.com</cp:keywords>
  <dc:description>©MegaPrint Inc. 2009-2015</dc:description>
  <cp:lastModifiedBy>Windows User</cp:lastModifiedBy>
  <cp:revision>72</cp:revision>
  <cp:lastPrinted>2016-12-08T09:10:14Z</cp:lastPrinted>
  <dcterms:created xsi:type="dcterms:W3CDTF">2008-12-04T00:20:37Z</dcterms:created>
  <dcterms:modified xsi:type="dcterms:W3CDTF">2024-06-12T11:55:33Z</dcterms:modified>
</cp:coreProperties>
</file>